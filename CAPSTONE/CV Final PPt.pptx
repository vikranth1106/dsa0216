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5" r:id="rId1"/>
  </p:sldMasterIdLst>
  <p:notesMasterIdLst>
    <p:notesMasterId r:id="rId16"/>
  </p:notesMasterIdLst>
  <p:sldIdLst>
    <p:sldId id="256" r:id="rId2"/>
    <p:sldId id="261" r:id="rId3"/>
    <p:sldId id="262" r:id="rId4"/>
    <p:sldId id="264" r:id="rId5"/>
    <p:sldId id="263" r:id="rId6"/>
    <p:sldId id="265" r:id="rId7"/>
    <p:sldId id="258" r:id="rId8"/>
    <p:sldId id="259" r:id="rId9"/>
    <p:sldId id="260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0CE4BD-0B90-42DC-930B-E0DA45D1F9CB}" v="43" dt="2026-02-17T05:58:47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v charan teja" userId="21c2a53904eb7666" providerId="LiveId" clId="{945DA472-C312-46B7-B1B1-BF693692368B}"/>
    <pc:docChg chg="undo custSel addSld delSld modSld sldOrd">
      <pc:chgData name="k v charan teja" userId="21c2a53904eb7666" providerId="LiveId" clId="{945DA472-C312-46B7-B1B1-BF693692368B}" dt="2026-02-17T06:01:11.783" v="426" actId="113"/>
      <pc:docMkLst>
        <pc:docMk/>
      </pc:docMkLst>
      <pc:sldChg chg="del">
        <pc:chgData name="k v charan teja" userId="21c2a53904eb7666" providerId="LiveId" clId="{945DA472-C312-46B7-B1B1-BF693692368B}" dt="2026-02-17T05:16:58.089" v="148" actId="47"/>
        <pc:sldMkLst>
          <pc:docMk/>
          <pc:sldMk cId="244232562" sldId="257"/>
        </pc:sldMkLst>
      </pc:sldChg>
      <pc:sldChg chg="addSp modSp">
        <pc:chgData name="k v charan teja" userId="21c2a53904eb7666" providerId="LiveId" clId="{945DA472-C312-46B7-B1B1-BF693692368B}" dt="2026-02-17T05:55:55.709" v="265"/>
        <pc:sldMkLst>
          <pc:docMk/>
          <pc:sldMk cId="1218169397" sldId="258"/>
        </pc:sldMkLst>
        <pc:spChg chg="mod">
          <ac:chgData name="k v charan teja" userId="21c2a53904eb7666" providerId="LiveId" clId="{945DA472-C312-46B7-B1B1-BF693692368B}" dt="2026-02-17T05:18:41.874" v="153"/>
          <ac:spMkLst>
            <pc:docMk/>
            <pc:sldMk cId="1218169397" sldId="258"/>
            <ac:spMk id="3" creationId="{46578DB6-386A-B543-788A-4EC3958288AC}"/>
          </ac:spMkLst>
        </pc:spChg>
        <pc:picChg chg="add mod">
          <ac:chgData name="k v charan teja" userId="21c2a53904eb7666" providerId="LiveId" clId="{945DA472-C312-46B7-B1B1-BF693692368B}" dt="2026-02-17T05:55:55.709" v="265"/>
          <ac:picMkLst>
            <pc:docMk/>
            <pc:sldMk cId="1218169397" sldId="258"/>
            <ac:picMk id="7" creationId="{AE7B2ED1-80E1-3FA5-2E31-1BA184E2D5B7}"/>
          </ac:picMkLst>
        </pc:picChg>
      </pc:sldChg>
      <pc:sldChg chg="modSp mod">
        <pc:chgData name="k v charan teja" userId="21c2a53904eb7666" providerId="LiveId" clId="{945DA472-C312-46B7-B1B1-BF693692368B}" dt="2026-02-17T05:19:14.939" v="155" actId="20577"/>
        <pc:sldMkLst>
          <pc:docMk/>
          <pc:sldMk cId="4091706070" sldId="259"/>
        </pc:sldMkLst>
        <pc:spChg chg="mod">
          <ac:chgData name="k v charan teja" userId="21c2a53904eb7666" providerId="LiveId" clId="{945DA472-C312-46B7-B1B1-BF693692368B}" dt="2026-02-17T05:19:14.939" v="155" actId="20577"/>
          <ac:spMkLst>
            <pc:docMk/>
            <pc:sldMk cId="4091706070" sldId="259"/>
            <ac:spMk id="3" creationId="{1FA2A7AB-CD20-667B-7CD4-11916871983F}"/>
          </ac:spMkLst>
        </pc:spChg>
      </pc:sldChg>
      <pc:sldChg chg="modSp mod">
        <pc:chgData name="k v charan teja" userId="21c2a53904eb7666" providerId="LiveId" clId="{945DA472-C312-46B7-B1B1-BF693692368B}" dt="2026-02-17T05:19:48.287" v="156" actId="1076"/>
        <pc:sldMkLst>
          <pc:docMk/>
          <pc:sldMk cId="3662647799" sldId="260"/>
        </pc:sldMkLst>
        <pc:picChg chg="mod">
          <ac:chgData name="k v charan teja" userId="21c2a53904eb7666" providerId="LiveId" clId="{945DA472-C312-46B7-B1B1-BF693692368B}" dt="2026-02-17T05:19:48.287" v="156" actId="1076"/>
          <ac:picMkLst>
            <pc:docMk/>
            <pc:sldMk cId="3662647799" sldId="260"/>
            <ac:picMk id="2" creationId="{386C79EA-73C8-594A-B0F1-58775180897E}"/>
          </ac:picMkLst>
        </pc:picChg>
      </pc:sldChg>
      <pc:sldChg chg="addSp delSp modSp new mod">
        <pc:chgData name="k v charan teja" userId="21c2a53904eb7666" providerId="LiveId" clId="{945DA472-C312-46B7-B1B1-BF693692368B}" dt="2026-02-17T05:56:08.138" v="267" actId="1076"/>
        <pc:sldMkLst>
          <pc:docMk/>
          <pc:sldMk cId="1989257449" sldId="261"/>
        </pc:sldMkLst>
        <pc:spChg chg="add mod">
          <ac:chgData name="k v charan teja" userId="21c2a53904eb7666" providerId="LiveId" clId="{945DA472-C312-46B7-B1B1-BF693692368B}" dt="2026-02-17T05:00:16.602" v="2" actId="767"/>
          <ac:spMkLst>
            <pc:docMk/>
            <pc:sldMk cId="1989257449" sldId="261"/>
            <ac:spMk id="3" creationId="{2E622DED-296D-7B88-E28C-8D3A47708378}"/>
          </ac:spMkLst>
        </pc:spChg>
        <pc:spChg chg="add mod">
          <ac:chgData name="k v charan teja" userId="21c2a53904eb7666" providerId="LiveId" clId="{945DA472-C312-46B7-B1B1-BF693692368B}" dt="2026-02-17T05:08:17.638" v="79" actId="1076"/>
          <ac:spMkLst>
            <pc:docMk/>
            <pc:sldMk cId="1989257449" sldId="261"/>
            <ac:spMk id="4" creationId="{5DBF5744-3D59-B1E6-6C24-FA082D8DA4B9}"/>
          </ac:spMkLst>
        </pc:spChg>
        <pc:spChg chg="add mod">
          <ac:chgData name="k v charan teja" userId="21c2a53904eb7666" providerId="LiveId" clId="{945DA472-C312-46B7-B1B1-BF693692368B}" dt="2026-02-17T05:03:51.519" v="28" actId="5793"/>
          <ac:spMkLst>
            <pc:docMk/>
            <pc:sldMk cId="1989257449" sldId="261"/>
            <ac:spMk id="6" creationId="{0AD8F204-3EE7-7A0B-7393-5FF8617EFEEC}"/>
          </ac:spMkLst>
        </pc:spChg>
        <pc:spChg chg="add del">
          <ac:chgData name="k v charan teja" userId="21c2a53904eb7666" providerId="LiveId" clId="{945DA472-C312-46B7-B1B1-BF693692368B}" dt="2026-02-17T05:01:30.274" v="23" actId="22"/>
          <ac:spMkLst>
            <pc:docMk/>
            <pc:sldMk cId="1989257449" sldId="261"/>
            <ac:spMk id="8" creationId="{461191D0-B4A4-6911-144C-04C07DC774D4}"/>
          </ac:spMkLst>
        </pc:spChg>
        <pc:picChg chg="add mod">
          <ac:chgData name="k v charan teja" userId="21c2a53904eb7666" providerId="LiveId" clId="{945DA472-C312-46B7-B1B1-BF693692368B}" dt="2026-02-17T05:00:09.450" v="1"/>
          <ac:picMkLst>
            <pc:docMk/>
            <pc:sldMk cId="1989257449" sldId="261"/>
            <ac:picMk id="2" creationId="{AE93E4CB-85C7-314F-06A0-3A30AF062CCA}"/>
          </ac:picMkLst>
        </pc:picChg>
        <pc:picChg chg="add mod">
          <ac:chgData name="k v charan teja" userId="21c2a53904eb7666" providerId="LiveId" clId="{945DA472-C312-46B7-B1B1-BF693692368B}" dt="2026-02-17T05:02:48.059" v="27" actId="1076"/>
          <ac:picMkLst>
            <pc:docMk/>
            <pc:sldMk cId="1989257449" sldId="261"/>
            <ac:picMk id="10" creationId="{59AD6FBD-2F21-B26B-0E44-95F31701691D}"/>
          </ac:picMkLst>
        </pc:picChg>
        <pc:picChg chg="add mod">
          <ac:chgData name="k v charan teja" userId="21c2a53904eb7666" providerId="LiveId" clId="{945DA472-C312-46B7-B1B1-BF693692368B}" dt="2026-02-17T05:55:07.108" v="251"/>
          <ac:picMkLst>
            <pc:docMk/>
            <pc:sldMk cId="1989257449" sldId="261"/>
            <ac:picMk id="11" creationId="{61E9224B-C40C-0AC7-B94A-453E1B5BC1EB}"/>
          </ac:picMkLst>
        </pc:picChg>
        <pc:picChg chg="add mod">
          <ac:chgData name="k v charan teja" userId="21c2a53904eb7666" providerId="LiveId" clId="{945DA472-C312-46B7-B1B1-BF693692368B}" dt="2026-02-17T05:56:08.138" v="267" actId="1076"/>
          <ac:picMkLst>
            <pc:docMk/>
            <pc:sldMk cId="1989257449" sldId="261"/>
            <ac:picMk id="12" creationId="{E6CB397C-BF3F-74F1-6FCE-BEA8CBAF0215}"/>
          </ac:picMkLst>
        </pc:picChg>
      </pc:sldChg>
      <pc:sldChg chg="addSp modSp new mod">
        <pc:chgData name="k v charan teja" userId="21c2a53904eb7666" providerId="LiveId" clId="{945DA472-C312-46B7-B1B1-BF693692368B}" dt="2026-02-17T06:00:58.194" v="424" actId="20577"/>
        <pc:sldMkLst>
          <pc:docMk/>
          <pc:sldMk cId="1305026290" sldId="262"/>
        </pc:sldMkLst>
        <pc:spChg chg="add mod">
          <ac:chgData name="k v charan teja" userId="21c2a53904eb7666" providerId="LiveId" clId="{945DA472-C312-46B7-B1B1-BF693692368B}" dt="2026-02-17T06:00:58.194" v="424" actId="20577"/>
          <ac:spMkLst>
            <pc:docMk/>
            <pc:sldMk cId="1305026290" sldId="262"/>
            <ac:spMk id="2" creationId="{5A519F6B-84F9-8887-5D3D-72A7085CDE54}"/>
          </ac:spMkLst>
        </pc:spChg>
        <pc:spChg chg="add mod">
          <ac:chgData name="k v charan teja" userId="21c2a53904eb7666" providerId="LiveId" clId="{945DA472-C312-46B7-B1B1-BF693692368B}" dt="2026-02-17T05:07:19.542" v="75" actId="1076"/>
          <ac:spMkLst>
            <pc:docMk/>
            <pc:sldMk cId="1305026290" sldId="262"/>
            <ac:spMk id="4" creationId="{ECF01666-9CD9-DF55-8B80-2EE9F4B2A0D9}"/>
          </ac:spMkLst>
        </pc:spChg>
        <pc:picChg chg="add mod">
          <ac:chgData name="k v charan teja" userId="21c2a53904eb7666" providerId="LiveId" clId="{945DA472-C312-46B7-B1B1-BF693692368B}" dt="2026-02-17T05:55:10.395" v="252"/>
          <ac:picMkLst>
            <pc:docMk/>
            <pc:sldMk cId="1305026290" sldId="262"/>
            <ac:picMk id="5" creationId="{1CF4A4FA-A645-8B27-FA79-99C550BDE82A}"/>
          </ac:picMkLst>
        </pc:picChg>
        <pc:picChg chg="add mod">
          <ac:chgData name="k v charan teja" userId="21c2a53904eb7666" providerId="LiveId" clId="{945DA472-C312-46B7-B1B1-BF693692368B}" dt="2026-02-17T05:56:15.232" v="269" actId="1076"/>
          <ac:picMkLst>
            <pc:docMk/>
            <pc:sldMk cId="1305026290" sldId="262"/>
            <ac:picMk id="6" creationId="{43BAC5BC-8BAD-9DF1-29DC-26139ADF6FE8}"/>
          </ac:picMkLst>
        </pc:picChg>
      </pc:sldChg>
      <pc:sldChg chg="addSp delSp modSp new mod ord">
        <pc:chgData name="k v charan teja" userId="21c2a53904eb7666" providerId="LiveId" clId="{945DA472-C312-46B7-B1B1-BF693692368B}" dt="2026-02-17T06:00:28.106" v="386" actId="20577"/>
        <pc:sldMkLst>
          <pc:docMk/>
          <pc:sldMk cId="218350297" sldId="263"/>
        </pc:sldMkLst>
        <pc:spChg chg="mod">
          <ac:chgData name="k v charan teja" userId="21c2a53904eb7666" providerId="LiveId" clId="{945DA472-C312-46B7-B1B1-BF693692368B}" dt="2026-02-17T06:00:28.106" v="386" actId="20577"/>
          <ac:spMkLst>
            <pc:docMk/>
            <pc:sldMk cId="218350297" sldId="263"/>
            <ac:spMk id="2" creationId="{C90CACB1-8B4F-AFAA-4863-F187AB74C69E}"/>
          </ac:spMkLst>
        </pc:spChg>
        <pc:spChg chg="del">
          <ac:chgData name="k v charan teja" userId="21c2a53904eb7666" providerId="LiveId" clId="{945DA472-C312-46B7-B1B1-BF693692368B}" dt="2026-02-17T05:11:33.736" v="115" actId="478"/>
          <ac:spMkLst>
            <pc:docMk/>
            <pc:sldMk cId="218350297" sldId="263"/>
            <ac:spMk id="3" creationId="{4276CB89-A831-5F95-223A-9C91C49D36AF}"/>
          </ac:spMkLst>
        </pc:spChg>
        <pc:spChg chg="add mod">
          <ac:chgData name="k v charan teja" userId="21c2a53904eb7666" providerId="LiveId" clId="{945DA472-C312-46B7-B1B1-BF693692368B}" dt="2026-02-17T05:12:46.330" v="133" actId="113"/>
          <ac:spMkLst>
            <pc:docMk/>
            <pc:sldMk cId="218350297" sldId="263"/>
            <ac:spMk id="5" creationId="{B95A23F4-E69F-C68E-D520-BB06FAE28172}"/>
          </ac:spMkLst>
        </pc:spChg>
        <pc:picChg chg="add mod">
          <ac:chgData name="k v charan teja" userId="21c2a53904eb7666" providerId="LiveId" clId="{945DA472-C312-46B7-B1B1-BF693692368B}" dt="2026-02-17T05:55:16.196" v="254"/>
          <ac:picMkLst>
            <pc:docMk/>
            <pc:sldMk cId="218350297" sldId="263"/>
            <ac:picMk id="6" creationId="{CD2AD196-0AC7-2E35-2432-7F12B4ABE3B8}"/>
          </ac:picMkLst>
        </pc:picChg>
        <pc:picChg chg="add mod">
          <ac:chgData name="k v charan teja" userId="21c2a53904eb7666" providerId="LiveId" clId="{945DA472-C312-46B7-B1B1-BF693692368B}" dt="2026-02-17T05:57:01.771" v="275" actId="1076"/>
          <ac:picMkLst>
            <pc:docMk/>
            <pc:sldMk cId="218350297" sldId="263"/>
            <ac:picMk id="7" creationId="{900441AF-41DE-3BB5-179D-75FB1457A83C}"/>
          </ac:picMkLst>
        </pc:picChg>
      </pc:sldChg>
      <pc:sldChg chg="addSp delSp modSp new mod">
        <pc:chgData name="k v charan teja" userId="21c2a53904eb7666" providerId="LiveId" clId="{945DA472-C312-46B7-B1B1-BF693692368B}" dt="2026-02-17T05:56:49.153" v="273" actId="14100"/>
        <pc:sldMkLst>
          <pc:docMk/>
          <pc:sldMk cId="2944798082" sldId="264"/>
        </pc:sldMkLst>
        <pc:spChg chg="mod">
          <ac:chgData name="k v charan teja" userId="21c2a53904eb7666" providerId="LiveId" clId="{945DA472-C312-46B7-B1B1-BF693692368B}" dt="2026-02-17T05:14:18.855" v="138" actId="1076"/>
          <ac:spMkLst>
            <pc:docMk/>
            <pc:sldMk cId="2944798082" sldId="264"/>
            <ac:spMk id="2" creationId="{536019BD-8CBF-60EA-0AA8-73945474109A}"/>
          </ac:spMkLst>
        </pc:spChg>
        <pc:spChg chg="del">
          <ac:chgData name="k v charan teja" userId="21c2a53904eb7666" providerId="LiveId" clId="{945DA472-C312-46B7-B1B1-BF693692368B}" dt="2026-02-17T05:10:11.367" v="99" actId="478"/>
          <ac:spMkLst>
            <pc:docMk/>
            <pc:sldMk cId="2944798082" sldId="264"/>
            <ac:spMk id="3" creationId="{AB12D810-EA8A-593C-8796-73CFA45013DB}"/>
          </ac:spMkLst>
        </pc:spChg>
        <pc:graphicFrameChg chg="add mod modGraphic">
          <ac:chgData name="k v charan teja" userId="21c2a53904eb7666" providerId="LiveId" clId="{945DA472-C312-46B7-B1B1-BF693692368B}" dt="2026-02-17T05:56:49.153" v="273" actId="14100"/>
          <ac:graphicFrameMkLst>
            <pc:docMk/>
            <pc:sldMk cId="2944798082" sldId="264"/>
            <ac:graphicFrameMk id="4" creationId="{3A3DCDA7-0AB7-5005-F5BB-A7C811145D2F}"/>
          </ac:graphicFrameMkLst>
        </pc:graphicFrameChg>
        <pc:picChg chg="add mod">
          <ac:chgData name="k v charan teja" userId="21c2a53904eb7666" providerId="LiveId" clId="{945DA472-C312-46B7-B1B1-BF693692368B}" dt="2026-02-17T05:55:13.261" v="253"/>
          <ac:picMkLst>
            <pc:docMk/>
            <pc:sldMk cId="2944798082" sldId="264"/>
            <ac:picMk id="5" creationId="{6A9CFDB5-711B-2581-F487-05B3D964701F}"/>
          </ac:picMkLst>
        </pc:picChg>
        <pc:picChg chg="add mod">
          <ac:chgData name="k v charan teja" userId="21c2a53904eb7666" providerId="LiveId" clId="{945DA472-C312-46B7-B1B1-BF693692368B}" dt="2026-02-17T05:56:20.509" v="271" actId="1076"/>
          <ac:picMkLst>
            <pc:docMk/>
            <pc:sldMk cId="2944798082" sldId="264"/>
            <ac:picMk id="6" creationId="{3C8B77BB-3093-928D-B154-3887D0FE9AB3}"/>
          </ac:picMkLst>
        </pc:picChg>
      </pc:sldChg>
      <pc:sldChg chg="addSp delSp modSp new mod">
        <pc:chgData name="k v charan teja" userId="21c2a53904eb7666" providerId="LiveId" clId="{945DA472-C312-46B7-B1B1-BF693692368B}" dt="2026-02-17T05:57:04.701" v="276"/>
        <pc:sldMkLst>
          <pc:docMk/>
          <pc:sldMk cId="3506242377" sldId="265"/>
        </pc:sldMkLst>
        <pc:spChg chg="mod">
          <ac:chgData name="k v charan teja" userId="21c2a53904eb7666" providerId="LiveId" clId="{945DA472-C312-46B7-B1B1-BF693692368B}" dt="2026-02-17T05:16:25.714" v="146" actId="1076"/>
          <ac:spMkLst>
            <pc:docMk/>
            <pc:sldMk cId="3506242377" sldId="265"/>
            <ac:spMk id="2" creationId="{08A3704E-1455-7093-1D61-FEE7900EE22E}"/>
          </ac:spMkLst>
        </pc:spChg>
        <pc:spChg chg="del">
          <ac:chgData name="k v charan teja" userId="21c2a53904eb7666" providerId="LiveId" clId="{945DA472-C312-46B7-B1B1-BF693692368B}" dt="2026-02-17T05:16:15.610" v="144"/>
          <ac:spMkLst>
            <pc:docMk/>
            <pc:sldMk cId="3506242377" sldId="265"/>
            <ac:spMk id="3" creationId="{A26CE0F9-5864-F791-CF96-306D7449917B}"/>
          </ac:spMkLst>
        </pc:spChg>
        <pc:picChg chg="add mod ord">
          <ac:chgData name="k v charan teja" userId="21c2a53904eb7666" providerId="LiveId" clId="{945DA472-C312-46B7-B1B1-BF693692368B}" dt="2026-02-17T05:16:28.149" v="147" actId="1076"/>
          <ac:picMkLst>
            <pc:docMk/>
            <pc:sldMk cId="3506242377" sldId="265"/>
            <ac:picMk id="5" creationId="{93DDB060-C4DF-1BEF-131F-2EF5BA372417}"/>
          </ac:picMkLst>
        </pc:picChg>
        <pc:picChg chg="add mod">
          <ac:chgData name="k v charan teja" userId="21c2a53904eb7666" providerId="LiveId" clId="{945DA472-C312-46B7-B1B1-BF693692368B}" dt="2026-02-17T05:55:20.693" v="255"/>
          <ac:picMkLst>
            <pc:docMk/>
            <pc:sldMk cId="3506242377" sldId="265"/>
            <ac:picMk id="6" creationId="{0FEED97D-914E-095A-EDC2-F37F869CA5B2}"/>
          </ac:picMkLst>
        </pc:picChg>
        <pc:picChg chg="add mod">
          <ac:chgData name="k v charan teja" userId="21c2a53904eb7666" providerId="LiveId" clId="{945DA472-C312-46B7-B1B1-BF693692368B}" dt="2026-02-17T05:57:04.701" v="276"/>
          <ac:picMkLst>
            <pc:docMk/>
            <pc:sldMk cId="3506242377" sldId="265"/>
            <ac:picMk id="7" creationId="{BBECCA5B-C7FF-11AB-BE4A-22F251E56394}"/>
          </ac:picMkLst>
        </pc:picChg>
      </pc:sldChg>
      <pc:sldChg chg="addSp modSp new mod">
        <pc:chgData name="k v charan teja" userId="21c2a53904eb7666" providerId="LiveId" clId="{945DA472-C312-46B7-B1B1-BF693692368B}" dt="2026-02-17T06:00:00.232" v="364" actId="20577"/>
        <pc:sldMkLst>
          <pc:docMk/>
          <pc:sldMk cId="2747076225" sldId="266"/>
        </pc:sldMkLst>
        <pc:spChg chg="mod">
          <ac:chgData name="k v charan teja" userId="21c2a53904eb7666" providerId="LiveId" clId="{945DA472-C312-46B7-B1B1-BF693692368B}" dt="2026-02-17T06:00:00.232" v="364" actId="20577"/>
          <ac:spMkLst>
            <pc:docMk/>
            <pc:sldMk cId="2747076225" sldId="266"/>
            <ac:spMk id="2" creationId="{DC9F98BF-6340-B5DA-1360-FA9F46E76471}"/>
          </ac:spMkLst>
        </pc:spChg>
        <pc:spChg chg="mod">
          <ac:chgData name="k v charan teja" userId="21c2a53904eb7666" providerId="LiveId" clId="{945DA472-C312-46B7-B1B1-BF693692368B}" dt="2026-02-17T05:21:55.188" v="195" actId="1076"/>
          <ac:spMkLst>
            <pc:docMk/>
            <pc:sldMk cId="2747076225" sldId="266"/>
            <ac:spMk id="3" creationId="{6365A2BC-1119-4809-B929-FC47A7609040}"/>
          </ac:spMkLst>
        </pc:spChg>
        <pc:picChg chg="add mod">
          <ac:chgData name="k v charan teja" userId="21c2a53904eb7666" providerId="LiveId" clId="{945DA472-C312-46B7-B1B1-BF693692368B}" dt="2026-02-17T05:55:25.600" v="256"/>
          <ac:picMkLst>
            <pc:docMk/>
            <pc:sldMk cId="2747076225" sldId="266"/>
            <ac:picMk id="4" creationId="{7E0E5221-F353-1AC5-A1EB-F1F01C02AB8A}"/>
          </ac:picMkLst>
        </pc:picChg>
        <pc:picChg chg="add mod">
          <ac:chgData name="k v charan teja" userId="21c2a53904eb7666" providerId="LiveId" clId="{945DA472-C312-46B7-B1B1-BF693692368B}" dt="2026-02-17T05:57:10.492" v="277"/>
          <ac:picMkLst>
            <pc:docMk/>
            <pc:sldMk cId="2747076225" sldId="266"/>
            <ac:picMk id="5" creationId="{E0FFEC34-7A68-84E6-1A27-86327360946C}"/>
          </ac:picMkLst>
        </pc:picChg>
      </pc:sldChg>
      <pc:sldChg chg="addSp modSp new mod">
        <pc:chgData name="k v charan teja" userId="21c2a53904eb7666" providerId="LiveId" clId="{945DA472-C312-46B7-B1B1-BF693692368B}" dt="2026-02-17T05:57:13.926" v="278"/>
        <pc:sldMkLst>
          <pc:docMk/>
          <pc:sldMk cId="2050337851" sldId="267"/>
        </pc:sldMkLst>
        <pc:spChg chg="mod">
          <ac:chgData name="k v charan teja" userId="21c2a53904eb7666" providerId="LiveId" clId="{945DA472-C312-46B7-B1B1-BF693692368B}" dt="2026-02-17T05:55:32.068" v="258" actId="1076"/>
          <ac:spMkLst>
            <pc:docMk/>
            <pc:sldMk cId="2050337851" sldId="267"/>
            <ac:spMk id="2" creationId="{76886F8D-05C0-E285-3706-A666B31536FC}"/>
          </ac:spMkLst>
        </pc:spChg>
        <pc:spChg chg="mod">
          <ac:chgData name="k v charan teja" userId="21c2a53904eb7666" providerId="LiveId" clId="{945DA472-C312-46B7-B1B1-BF693692368B}" dt="2026-02-17T05:23:55.783" v="208" actId="20577"/>
          <ac:spMkLst>
            <pc:docMk/>
            <pc:sldMk cId="2050337851" sldId="267"/>
            <ac:spMk id="3" creationId="{01895032-1AFE-B266-A00D-4B2DCA6145A4}"/>
          </ac:spMkLst>
        </pc:spChg>
        <pc:picChg chg="add mod">
          <ac:chgData name="k v charan teja" userId="21c2a53904eb7666" providerId="LiveId" clId="{945DA472-C312-46B7-B1B1-BF693692368B}" dt="2026-02-17T05:55:28.791" v="257"/>
          <ac:picMkLst>
            <pc:docMk/>
            <pc:sldMk cId="2050337851" sldId="267"/>
            <ac:picMk id="4" creationId="{3CA707A3-110A-ABB5-4A1D-231BEB138CF7}"/>
          </ac:picMkLst>
        </pc:picChg>
        <pc:picChg chg="add mod">
          <ac:chgData name="k v charan teja" userId="21c2a53904eb7666" providerId="LiveId" clId="{945DA472-C312-46B7-B1B1-BF693692368B}" dt="2026-02-17T05:57:13.926" v="278"/>
          <ac:picMkLst>
            <pc:docMk/>
            <pc:sldMk cId="2050337851" sldId="267"/>
            <ac:picMk id="5" creationId="{F456A196-79AD-D9DD-24BC-4AE18C733DAC}"/>
          </ac:picMkLst>
        </pc:picChg>
      </pc:sldChg>
      <pc:sldChg chg="addSp modSp new mod">
        <pc:chgData name="k v charan teja" userId="21c2a53904eb7666" providerId="LiveId" clId="{945DA472-C312-46B7-B1B1-BF693692368B}" dt="2026-02-17T05:59:42.598" v="311" actId="113"/>
        <pc:sldMkLst>
          <pc:docMk/>
          <pc:sldMk cId="902476389" sldId="268"/>
        </pc:sldMkLst>
        <pc:spChg chg="mod">
          <ac:chgData name="k v charan teja" userId="21c2a53904eb7666" providerId="LiveId" clId="{945DA472-C312-46B7-B1B1-BF693692368B}" dt="2026-02-17T05:59:42.598" v="311" actId="113"/>
          <ac:spMkLst>
            <pc:docMk/>
            <pc:sldMk cId="902476389" sldId="268"/>
            <ac:spMk id="2" creationId="{19E351E2-DAAB-52F3-D9C7-13645B852EFD}"/>
          </ac:spMkLst>
        </pc:spChg>
        <pc:spChg chg="mod">
          <ac:chgData name="k v charan teja" userId="21c2a53904eb7666" providerId="LiveId" clId="{945DA472-C312-46B7-B1B1-BF693692368B}" dt="2026-02-17T05:25:08.680" v="225" actId="113"/>
          <ac:spMkLst>
            <pc:docMk/>
            <pc:sldMk cId="902476389" sldId="268"/>
            <ac:spMk id="3" creationId="{2FD2EF00-E984-2289-87A9-2F8FE8D77940}"/>
          </ac:spMkLst>
        </pc:spChg>
        <pc:picChg chg="add mod">
          <ac:chgData name="k v charan teja" userId="21c2a53904eb7666" providerId="LiveId" clId="{945DA472-C312-46B7-B1B1-BF693692368B}" dt="2026-02-17T05:55:35.572" v="259"/>
          <ac:picMkLst>
            <pc:docMk/>
            <pc:sldMk cId="902476389" sldId="268"/>
            <ac:picMk id="4" creationId="{CB37BCDC-D664-A2C9-8C8C-3F882A745242}"/>
          </ac:picMkLst>
        </pc:picChg>
        <pc:picChg chg="add mod">
          <ac:chgData name="k v charan teja" userId="21c2a53904eb7666" providerId="LiveId" clId="{945DA472-C312-46B7-B1B1-BF693692368B}" dt="2026-02-17T05:57:16.342" v="279"/>
          <ac:picMkLst>
            <pc:docMk/>
            <pc:sldMk cId="902476389" sldId="268"/>
            <ac:picMk id="5" creationId="{2F5A6FB2-CDC4-5FFD-C32A-FC93D260F49D}"/>
          </ac:picMkLst>
        </pc:picChg>
      </pc:sldChg>
      <pc:sldChg chg="addSp modSp new mod">
        <pc:chgData name="k v charan teja" userId="21c2a53904eb7666" providerId="LiveId" clId="{945DA472-C312-46B7-B1B1-BF693692368B}" dt="2026-02-17T06:01:11.783" v="426" actId="113"/>
        <pc:sldMkLst>
          <pc:docMk/>
          <pc:sldMk cId="698643376" sldId="269"/>
        </pc:sldMkLst>
        <pc:spChg chg="mod">
          <ac:chgData name="k v charan teja" userId="21c2a53904eb7666" providerId="LiveId" clId="{945DA472-C312-46B7-B1B1-BF693692368B}" dt="2026-02-17T06:01:11.783" v="426" actId="113"/>
          <ac:spMkLst>
            <pc:docMk/>
            <pc:sldMk cId="698643376" sldId="269"/>
            <ac:spMk id="2" creationId="{7FD44760-B69B-2675-7B90-A9A233EF63F8}"/>
          </ac:spMkLst>
        </pc:spChg>
        <pc:spChg chg="mod">
          <ac:chgData name="k v charan teja" userId="21c2a53904eb7666" providerId="LiveId" clId="{945DA472-C312-46B7-B1B1-BF693692368B}" dt="2026-02-17T05:26:41.946" v="250" actId="20577"/>
          <ac:spMkLst>
            <pc:docMk/>
            <pc:sldMk cId="698643376" sldId="269"/>
            <ac:spMk id="3" creationId="{61D549D9-C570-9F93-15FD-6E6622DF8CE2}"/>
          </ac:spMkLst>
        </pc:spChg>
        <pc:picChg chg="add mod">
          <ac:chgData name="k v charan teja" userId="21c2a53904eb7666" providerId="LiveId" clId="{945DA472-C312-46B7-B1B1-BF693692368B}" dt="2026-02-17T05:55:40.995" v="261"/>
          <ac:picMkLst>
            <pc:docMk/>
            <pc:sldMk cId="698643376" sldId="269"/>
            <ac:picMk id="4" creationId="{4BD4939D-80B4-7FD6-58DE-E400A10DD15F}"/>
          </ac:picMkLst>
        </pc:picChg>
        <pc:picChg chg="add mod">
          <ac:chgData name="k v charan teja" userId="21c2a53904eb7666" providerId="LiveId" clId="{945DA472-C312-46B7-B1B1-BF693692368B}" dt="2026-02-17T05:57:18.206" v="280"/>
          <ac:picMkLst>
            <pc:docMk/>
            <pc:sldMk cId="698643376" sldId="269"/>
            <ac:picMk id="5" creationId="{A004C65B-D26F-0BF3-1163-FA7E03ADF7D2}"/>
          </ac:picMkLst>
        </pc:picChg>
      </pc:sldChg>
      <pc:sldChg chg="addSp delSp modSp new mod">
        <pc:chgData name="k v charan teja" userId="21c2a53904eb7666" providerId="LiveId" clId="{945DA472-C312-46B7-B1B1-BF693692368B}" dt="2026-02-17T06:01:07.391" v="425" actId="113"/>
        <pc:sldMkLst>
          <pc:docMk/>
          <pc:sldMk cId="4253454036" sldId="270"/>
        </pc:sldMkLst>
        <pc:spChg chg="mod">
          <ac:chgData name="k v charan teja" userId="21c2a53904eb7666" providerId="LiveId" clId="{945DA472-C312-46B7-B1B1-BF693692368B}" dt="2026-02-17T06:01:07.391" v="425" actId="113"/>
          <ac:spMkLst>
            <pc:docMk/>
            <pc:sldMk cId="4253454036" sldId="270"/>
            <ac:spMk id="2" creationId="{08EFAF05-FF23-B06C-1A4D-8FCBA2029973}"/>
          </ac:spMkLst>
        </pc:spChg>
        <pc:spChg chg="add del mod">
          <ac:chgData name="k v charan teja" userId="21c2a53904eb7666" providerId="LiveId" clId="{945DA472-C312-46B7-B1B1-BF693692368B}" dt="2026-02-17T05:59:28.525" v="310" actId="20577"/>
          <ac:spMkLst>
            <pc:docMk/>
            <pc:sldMk cId="4253454036" sldId="270"/>
            <ac:spMk id="3" creationId="{3D7110B2-E68D-E6AB-4643-97AD3B847D9D}"/>
          </ac:spMkLst>
        </pc:spChg>
        <pc:picChg chg="add mod">
          <ac:chgData name="k v charan teja" userId="21c2a53904eb7666" providerId="LiveId" clId="{945DA472-C312-46B7-B1B1-BF693692368B}" dt="2026-02-17T05:58:02.459" v="296"/>
          <ac:picMkLst>
            <pc:docMk/>
            <pc:sldMk cId="4253454036" sldId="270"/>
            <ac:picMk id="4" creationId="{B688AAA6-9DD7-3E92-8335-A9355682B223}"/>
          </ac:picMkLst>
        </pc:picChg>
        <pc:picChg chg="add mod">
          <ac:chgData name="k v charan teja" userId="21c2a53904eb7666" providerId="LiveId" clId="{945DA472-C312-46B7-B1B1-BF693692368B}" dt="2026-02-17T05:58:15.320" v="297"/>
          <ac:picMkLst>
            <pc:docMk/>
            <pc:sldMk cId="4253454036" sldId="270"/>
            <ac:picMk id="5" creationId="{67465FCC-160F-A40B-24A2-80ED80E2B6F0}"/>
          </ac:picMkLst>
        </pc:picChg>
        <pc:picChg chg="add del mod ord">
          <ac:chgData name="k v charan teja" userId="21c2a53904eb7666" providerId="LiveId" clId="{945DA472-C312-46B7-B1B1-BF693692368B}" dt="2026-02-17T05:58:46.154" v="299" actId="34307"/>
          <ac:picMkLst>
            <pc:docMk/>
            <pc:sldMk cId="4253454036" sldId="270"/>
            <ac:picMk id="6" creationId="{6DC4A48B-A8C1-5B5F-63A4-DD6EBB82B88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A312F1-77AA-48B3-AC8E-49DA43ADFD42}" type="doc">
      <dgm:prSet loTypeId="urn:microsoft.com/office/officeart/2005/8/layout/b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5DCC34E8-6168-49C3-AC49-AA3931A6C39E}">
      <dgm:prSet phldrT="[Text]"/>
      <dgm:spPr/>
      <dgm:t>
        <a:bodyPr/>
        <a:lstStyle/>
        <a:p>
          <a:r>
            <a: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1. Data Collection:</a:t>
          </a:r>
          <a:br>
            <a: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Capture multiple face images of users using a webcam.</a:t>
          </a:r>
          <a:endParaRPr lang="en-IN" dirty="0"/>
        </a:p>
      </dgm:t>
    </dgm:pt>
    <dgm:pt modelId="{1DEEE9E4-01C8-4CD4-A6B3-95996BAFFCB7}" type="parTrans" cxnId="{D37F4984-9B22-471F-87F7-AC454F98D89D}">
      <dgm:prSet/>
      <dgm:spPr/>
      <dgm:t>
        <a:bodyPr/>
        <a:lstStyle/>
        <a:p>
          <a:endParaRPr lang="en-IN"/>
        </a:p>
      </dgm:t>
    </dgm:pt>
    <dgm:pt modelId="{101ADB97-4A28-4C90-9730-5C320839A08D}" type="sibTrans" cxnId="{D37F4984-9B22-471F-87F7-AC454F98D89D}">
      <dgm:prSet/>
      <dgm:spPr/>
      <dgm:t>
        <a:bodyPr/>
        <a:lstStyle/>
        <a:p>
          <a:endParaRPr lang="en-IN"/>
        </a:p>
      </dgm:t>
    </dgm:pt>
    <dgm:pt modelId="{C77F1EE7-3C63-4078-BF24-86F0460E1451}">
      <dgm:prSet phldrT="[Text]"/>
      <dgm:spPr/>
      <dgm:t>
        <a:bodyPr/>
        <a:lstStyle/>
        <a:p>
          <a:pPr>
            <a:buNone/>
          </a:pPr>
          <a: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US" b="1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Image Preprocessing:</a:t>
          </a:r>
          <a:b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 	Convert images to grayscale, resize, and remove noise.</a:t>
          </a:r>
          <a:endParaRPr lang="en-IN" dirty="0"/>
        </a:p>
      </dgm:t>
    </dgm:pt>
    <dgm:pt modelId="{1B244E47-0E9F-41AE-98AF-8CF370885A15}" type="parTrans" cxnId="{3B1F4221-3462-4018-8742-4C3CF78831EF}">
      <dgm:prSet/>
      <dgm:spPr/>
      <dgm:t>
        <a:bodyPr/>
        <a:lstStyle/>
        <a:p>
          <a:endParaRPr lang="en-IN"/>
        </a:p>
      </dgm:t>
    </dgm:pt>
    <dgm:pt modelId="{018BE7FD-9353-42D7-89CD-F324214A448E}" type="sibTrans" cxnId="{3B1F4221-3462-4018-8742-4C3CF78831EF}">
      <dgm:prSet/>
      <dgm:spPr/>
      <dgm:t>
        <a:bodyPr/>
        <a:lstStyle/>
        <a:p>
          <a:endParaRPr lang="en-IN"/>
        </a:p>
      </dgm:t>
    </dgm:pt>
    <dgm:pt modelId="{A1B94175-6442-485F-B4D5-539CCE3D25D7}">
      <dgm:prSet phldrT="[Text]"/>
      <dgm:spPr/>
      <dgm:t>
        <a:bodyPr/>
        <a:lstStyle/>
        <a:p>
          <a:pPr>
            <a:buNone/>
          </a:pPr>
          <a:r>
            <a:rPr lang="en-US" b="1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3. Model Training:</a:t>
          </a:r>
          <a:b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Train the LBPH face recognition model using labeled datasets.</a:t>
          </a:r>
          <a:endParaRPr lang="en-IN" dirty="0"/>
        </a:p>
      </dgm:t>
    </dgm:pt>
    <dgm:pt modelId="{CCE84C33-9DA3-4F8B-A6DE-FD1AD342B397}" type="parTrans" cxnId="{AD3992BE-FCF7-4111-927E-AAA31CFFFED6}">
      <dgm:prSet/>
      <dgm:spPr/>
      <dgm:t>
        <a:bodyPr/>
        <a:lstStyle/>
        <a:p>
          <a:endParaRPr lang="en-IN"/>
        </a:p>
      </dgm:t>
    </dgm:pt>
    <dgm:pt modelId="{C4F8873B-0EDD-47D4-89CD-6A3DE95C76AB}" type="sibTrans" cxnId="{AD3992BE-FCF7-4111-927E-AAA31CFFFED6}">
      <dgm:prSet/>
      <dgm:spPr/>
      <dgm:t>
        <a:bodyPr/>
        <a:lstStyle/>
        <a:p>
          <a:endParaRPr lang="en-IN"/>
        </a:p>
      </dgm:t>
    </dgm:pt>
    <dgm:pt modelId="{E95EB643-BFDA-4F17-BFEF-87CE571017A9}">
      <dgm:prSet phldrT="[Text]"/>
      <dgm:spPr/>
      <dgm:t>
        <a:bodyPr/>
        <a:lstStyle/>
        <a:p>
          <a:pPr>
            <a:buNone/>
          </a:pPr>
          <a:r>
            <a:rPr lang="en-US" b="1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4. Face Detection &amp; Recognition:</a:t>
          </a:r>
          <a:b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Detect faces with Haar Cascade and recognize in real time.</a:t>
          </a:r>
          <a:endParaRPr lang="en-IN" dirty="0"/>
        </a:p>
      </dgm:t>
    </dgm:pt>
    <dgm:pt modelId="{EE48E553-0643-43E2-8E0E-2801D07CC684}" type="parTrans" cxnId="{B449AAE6-9DC1-4AA2-91C2-219D97CDCE77}">
      <dgm:prSet/>
      <dgm:spPr/>
      <dgm:t>
        <a:bodyPr/>
        <a:lstStyle/>
        <a:p>
          <a:endParaRPr lang="en-IN"/>
        </a:p>
      </dgm:t>
    </dgm:pt>
    <dgm:pt modelId="{D12B281E-D397-49E0-8DAB-12C675B3CA19}" type="sibTrans" cxnId="{B449AAE6-9DC1-4AA2-91C2-219D97CDCE77}">
      <dgm:prSet/>
      <dgm:spPr/>
      <dgm:t>
        <a:bodyPr/>
        <a:lstStyle/>
        <a:p>
          <a:endParaRPr lang="en-IN"/>
        </a:p>
      </dgm:t>
    </dgm:pt>
    <dgm:pt modelId="{24AB861D-4118-4227-8720-483A4AE4067D}">
      <dgm:prSet phldrT="[Text]"/>
      <dgm:spPr/>
      <dgm:t>
        <a:bodyPr/>
        <a:lstStyle/>
        <a:p>
          <a:pPr>
            <a:buNone/>
          </a:pPr>
          <a:r>
            <a:rPr lang="en-US" b="1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5. Attendance &amp; Report Generation:</a:t>
          </a:r>
          <a:b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Automatically mark attendance with date and time and generate reports.</a:t>
          </a:r>
          <a:endParaRPr lang="en-IN" dirty="0"/>
        </a:p>
      </dgm:t>
    </dgm:pt>
    <dgm:pt modelId="{BC1C7290-CE7C-4452-8354-DBA455701867}" type="parTrans" cxnId="{E5097A4D-76F0-4FD7-B51E-0D9690979BDB}">
      <dgm:prSet/>
      <dgm:spPr/>
      <dgm:t>
        <a:bodyPr/>
        <a:lstStyle/>
        <a:p>
          <a:endParaRPr lang="en-IN"/>
        </a:p>
      </dgm:t>
    </dgm:pt>
    <dgm:pt modelId="{EC1BC5DC-CD2E-4B54-95AD-04FB3D10B652}" type="sibTrans" cxnId="{E5097A4D-76F0-4FD7-B51E-0D9690979BDB}">
      <dgm:prSet/>
      <dgm:spPr/>
      <dgm:t>
        <a:bodyPr/>
        <a:lstStyle/>
        <a:p>
          <a:endParaRPr lang="en-IN"/>
        </a:p>
      </dgm:t>
    </dgm:pt>
    <dgm:pt modelId="{BDA9CEB4-6513-4CE1-9728-12E0DB19FE41}" type="pres">
      <dgm:prSet presAssocID="{E7A312F1-77AA-48B3-AC8E-49DA43ADFD42}" presName="Name0" presStyleCnt="0">
        <dgm:presLayoutVars>
          <dgm:dir/>
          <dgm:resizeHandles val="exact"/>
        </dgm:presLayoutVars>
      </dgm:prSet>
      <dgm:spPr/>
    </dgm:pt>
    <dgm:pt modelId="{A4973C51-77E8-4153-AED6-578AF6DF88AC}" type="pres">
      <dgm:prSet presAssocID="{5DCC34E8-6168-49C3-AC49-AA3931A6C39E}" presName="node" presStyleLbl="node1" presStyleIdx="0" presStyleCnt="5">
        <dgm:presLayoutVars>
          <dgm:bulletEnabled val="1"/>
        </dgm:presLayoutVars>
      </dgm:prSet>
      <dgm:spPr/>
    </dgm:pt>
    <dgm:pt modelId="{F1AF4FD7-ACD7-420B-9DCD-99098F85C52B}" type="pres">
      <dgm:prSet presAssocID="{101ADB97-4A28-4C90-9730-5C320839A08D}" presName="sibTrans" presStyleLbl="sibTrans1D1" presStyleIdx="0" presStyleCnt="4"/>
      <dgm:spPr/>
    </dgm:pt>
    <dgm:pt modelId="{33A22133-A0F8-4EA6-840D-69051A20D924}" type="pres">
      <dgm:prSet presAssocID="{101ADB97-4A28-4C90-9730-5C320839A08D}" presName="connectorText" presStyleLbl="sibTrans1D1" presStyleIdx="0" presStyleCnt="4"/>
      <dgm:spPr/>
    </dgm:pt>
    <dgm:pt modelId="{F621DCC4-C65B-47DD-9834-6D82A00441E9}" type="pres">
      <dgm:prSet presAssocID="{C77F1EE7-3C63-4078-BF24-86F0460E1451}" presName="node" presStyleLbl="node1" presStyleIdx="1" presStyleCnt="5" custLinFactNeighborX="-624" custLinFactNeighborY="-9">
        <dgm:presLayoutVars>
          <dgm:bulletEnabled val="1"/>
        </dgm:presLayoutVars>
      </dgm:prSet>
      <dgm:spPr/>
    </dgm:pt>
    <dgm:pt modelId="{99F7F9AA-9174-4A42-A4D9-7A670FD12CF8}" type="pres">
      <dgm:prSet presAssocID="{018BE7FD-9353-42D7-89CD-F324214A448E}" presName="sibTrans" presStyleLbl="sibTrans1D1" presStyleIdx="1" presStyleCnt="4"/>
      <dgm:spPr/>
    </dgm:pt>
    <dgm:pt modelId="{6314D520-4B3D-4C5F-96E7-C59BD2C1C165}" type="pres">
      <dgm:prSet presAssocID="{018BE7FD-9353-42D7-89CD-F324214A448E}" presName="connectorText" presStyleLbl="sibTrans1D1" presStyleIdx="1" presStyleCnt="4"/>
      <dgm:spPr/>
    </dgm:pt>
    <dgm:pt modelId="{EF821251-AEF1-41DA-A593-E6E1E474E84A}" type="pres">
      <dgm:prSet presAssocID="{A1B94175-6442-485F-B4D5-539CCE3D25D7}" presName="node" presStyleLbl="node1" presStyleIdx="2" presStyleCnt="5">
        <dgm:presLayoutVars>
          <dgm:bulletEnabled val="1"/>
        </dgm:presLayoutVars>
      </dgm:prSet>
      <dgm:spPr/>
    </dgm:pt>
    <dgm:pt modelId="{CA61737A-C760-4398-B0FD-398162ED9174}" type="pres">
      <dgm:prSet presAssocID="{C4F8873B-0EDD-47D4-89CD-6A3DE95C76AB}" presName="sibTrans" presStyleLbl="sibTrans1D1" presStyleIdx="2" presStyleCnt="4"/>
      <dgm:spPr/>
    </dgm:pt>
    <dgm:pt modelId="{C35F8192-A6CC-41CD-9C3E-A860ACC5203E}" type="pres">
      <dgm:prSet presAssocID="{C4F8873B-0EDD-47D4-89CD-6A3DE95C76AB}" presName="connectorText" presStyleLbl="sibTrans1D1" presStyleIdx="2" presStyleCnt="4"/>
      <dgm:spPr/>
    </dgm:pt>
    <dgm:pt modelId="{BF85784E-5636-4FA0-9164-52B990E2788B}" type="pres">
      <dgm:prSet presAssocID="{E95EB643-BFDA-4F17-BFEF-87CE571017A9}" presName="node" presStyleLbl="node1" presStyleIdx="3" presStyleCnt="5" custLinFactX="100000" custLinFactNeighborX="146266" custLinFactNeighborY="1206">
        <dgm:presLayoutVars>
          <dgm:bulletEnabled val="1"/>
        </dgm:presLayoutVars>
      </dgm:prSet>
      <dgm:spPr/>
    </dgm:pt>
    <dgm:pt modelId="{1F8E5AF7-360F-46DC-958C-1C34749DB70C}" type="pres">
      <dgm:prSet presAssocID="{D12B281E-D397-49E0-8DAB-12C675B3CA19}" presName="sibTrans" presStyleLbl="sibTrans1D1" presStyleIdx="3" presStyleCnt="4"/>
      <dgm:spPr/>
    </dgm:pt>
    <dgm:pt modelId="{13487EC7-10EC-4190-84EE-8DAFA0E72FE7}" type="pres">
      <dgm:prSet presAssocID="{D12B281E-D397-49E0-8DAB-12C675B3CA19}" presName="connectorText" presStyleLbl="sibTrans1D1" presStyleIdx="3" presStyleCnt="4"/>
      <dgm:spPr/>
    </dgm:pt>
    <dgm:pt modelId="{5E8305FC-2A49-4062-BF0B-5EACD8F0F4FB}" type="pres">
      <dgm:prSet presAssocID="{24AB861D-4118-4227-8720-483A4AE4067D}" presName="node" presStyleLbl="node1" presStyleIdx="4" presStyleCnt="5" custLinFactNeighborX="-8347" custLinFactNeighborY="6201">
        <dgm:presLayoutVars>
          <dgm:bulletEnabled val="1"/>
        </dgm:presLayoutVars>
      </dgm:prSet>
      <dgm:spPr/>
    </dgm:pt>
  </dgm:ptLst>
  <dgm:cxnLst>
    <dgm:cxn modelId="{31342602-92A7-445B-AE32-591EC9FF9289}" type="presOf" srcId="{C77F1EE7-3C63-4078-BF24-86F0460E1451}" destId="{F621DCC4-C65B-47DD-9834-6D82A00441E9}" srcOrd="0" destOrd="0" presId="urn:microsoft.com/office/officeart/2005/8/layout/bProcess3"/>
    <dgm:cxn modelId="{2CDAE304-2D1B-4EBB-B98E-8358C51FC3BD}" type="presOf" srcId="{101ADB97-4A28-4C90-9730-5C320839A08D}" destId="{33A22133-A0F8-4EA6-840D-69051A20D924}" srcOrd="1" destOrd="0" presId="urn:microsoft.com/office/officeart/2005/8/layout/bProcess3"/>
    <dgm:cxn modelId="{7B8D590C-8A5F-470D-880A-1C204E92BAC4}" type="presOf" srcId="{C4F8873B-0EDD-47D4-89CD-6A3DE95C76AB}" destId="{CA61737A-C760-4398-B0FD-398162ED9174}" srcOrd="0" destOrd="0" presId="urn:microsoft.com/office/officeart/2005/8/layout/bProcess3"/>
    <dgm:cxn modelId="{8BE7AF0E-DE11-4E7D-AD86-1707A485DF3D}" type="presOf" srcId="{E95EB643-BFDA-4F17-BFEF-87CE571017A9}" destId="{BF85784E-5636-4FA0-9164-52B990E2788B}" srcOrd="0" destOrd="0" presId="urn:microsoft.com/office/officeart/2005/8/layout/bProcess3"/>
    <dgm:cxn modelId="{3B1F4221-3462-4018-8742-4C3CF78831EF}" srcId="{E7A312F1-77AA-48B3-AC8E-49DA43ADFD42}" destId="{C77F1EE7-3C63-4078-BF24-86F0460E1451}" srcOrd="1" destOrd="0" parTransId="{1B244E47-0E9F-41AE-98AF-8CF370885A15}" sibTransId="{018BE7FD-9353-42D7-89CD-F324214A448E}"/>
    <dgm:cxn modelId="{7E925224-DA22-4A57-9044-52F4CAFE70C8}" type="presOf" srcId="{C4F8873B-0EDD-47D4-89CD-6A3DE95C76AB}" destId="{C35F8192-A6CC-41CD-9C3E-A860ACC5203E}" srcOrd="1" destOrd="0" presId="urn:microsoft.com/office/officeart/2005/8/layout/bProcess3"/>
    <dgm:cxn modelId="{47CB3236-D5C6-4929-B9C5-F4DE3F4EE07C}" type="presOf" srcId="{5DCC34E8-6168-49C3-AC49-AA3931A6C39E}" destId="{A4973C51-77E8-4153-AED6-578AF6DF88AC}" srcOrd="0" destOrd="0" presId="urn:microsoft.com/office/officeart/2005/8/layout/bProcess3"/>
    <dgm:cxn modelId="{E5097A4D-76F0-4FD7-B51E-0D9690979BDB}" srcId="{E7A312F1-77AA-48B3-AC8E-49DA43ADFD42}" destId="{24AB861D-4118-4227-8720-483A4AE4067D}" srcOrd="4" destOrd="0" parTransId="{BC1C7290-CE7C-4452-8354-DBA455701867}" sibTransId="{EC1BC5DC-CD2E-4B54-95AD-04FB3D10B652}"/>
    <dgm:cxn modelId="{EFCD8C6D-98D7-4730-87CD-4D80AA6C275B}" type="presOf" srcId="{E7A312F1-77AA-48B3-AC8E-49DA43ADFD42}" destId="{BDA9CEB4-6513-4CE1-9728-12E0DB19FE41}" srcOrd="0" destOrd="0" presId="urn:microsoft.com/office/officeart/2005/8/layout/bProcess3"/>
    <dgm:cxn modelId="{2670A855-8666-4044-B674-1BA166B7742D}" type="presOf" srcId="{D12B281E-D397-49E0-8DAB-12C675B3CA19}" destId="{13487EC7-10EC-4190-84EE-8DAFA0E72FE7}" srcOrd="1" destOrd="0" presId="urn:microsoft.com/office/officeart/2005/8/layout/bProcess3"/>
    <dgm:cxn modelId="{D37F4984-9B22-471F-87F7-AC454F98D89D}" srcId="{E7A312F1-77AA-48B3-AC8E-49DA43ADFD42}" destId="{5DCC34E8-6168-49C3-AC49-AA3931A6C39E}" srcOrd="0" destOrd="0" parTransId="{1DEEE9E4-01C8-4CD4-A6B3-95996BAFFCB7}" sibTransId="{101ADB97-4A28-4C90-9730-5C320839A08D}"/>
    <dgm:cxn modelId="{327C7A95-59DC-4B76-A46F-A16A63CEC52C}" type="presOf" srcId="{018BE7FD-9353-42D7-89CD-F324214A448E}" destId="{6314D520-4B3D-4C5F-96E7-C59BD2C1C165}" srcOrd="1" destOrd="0" presId="urn:microsoft.com/office/officeart/2005/8/layout/bProcess3"/>
    <dgm:cxn modelId="{B22A3498-EE00-4E9A-BFC3-1CEE0D8C0C34}" type="presOf" srcId="{D12B281E-D397-49E0-8DAB-12C675B3CA19}" destId="{1F8E5AF7-360F-46DC-958C-1C34749DB70C}" srcOrd="0" destOrd="0" presId="urn:microsoft.com/office/officeart/2005/8/layout/bProcess3"/>
    <dgm:cxn modelId="{D7F45EAE-8489-4F58-84F2-BFD76ED2165C}" type="presOf" srcId="{018BE7FD-9353-42D7-89CD-F324214A448E}" destId="{99F7F9AA-9174-4A42-A4D9-7A670FD12CF8}" srcOrd="0" destOrd="0" presId="urn:microsoft.com/office/officeart/2005/8/layout/bProcess3"/>
    <dgm:cxn modelId="{AD3992BE-FCF7-4111-927E-AAA31CFFFED6}" srcId="{E7A312F1-77AA-48B3-AC8E-49DA43ADFD42}" destId="{A1B94175-6442-485F-B4D5-539CCE3D25D7}" srcOrd="2" destOrd="0" parTransId="{CCE84C33-9DA3-4F8B-A6DE-FD1AD342B397}" sibTransId="{C4F8873B-0EDD-47D4-89CD-6A3DE95C76AB}"/>
    <dgm:cxn modelId="{C5B849DF-474D-4F12-9F7C-0BAFB5056F6E}" type="presOf" srcId="{24AB861D-4118-4227-8720-483A4AE4067D}" destId="{5E8305FC-2A49-4062-BF0B-5EACD8F0F4FB}" srcOrd="0" destOrd="0" presId="urn:microsoft.com/office/officeart/2005/8/layout/bProcess3"/>
    <dgm:cxn modelId="{B449AAE6-9DC1-4AA2-91C2-219D97CDCE77}" srcId="{E7A312F1-77AA-48B3-AC8E-49DA43ADFD42}" destId="{E95EB643-BFDA-4F17-BFEF-87CE571017A9}" srcOrd="3" destOrd="0" parTransId="{EE48E553-0643-43E2-8E0E-2801D07CC684}" sibTransId="{D12B281E-D397-49E0-8DAB-12C675B3CA19}"/>
    <dgm:cxn modelId="{470094E9-8305-4FE0-BAAE-D98C7B18EF14}" type="presOf" srcId="{101ADB97-4A28-4C90-9730-5C320839A08D}" destId="{F1AF4FD7-ACD7-420B-9DCD-99098F85C52B}" srcOrd="0" destOrd="0" presId="urn:microsoft.com/office/officeart/2005/8/layout/bProcess3"/>
    <dgm:cxn modelId="{124CFFEB-BA09-4110-AA6F-3953572493D7}" type="presOf" srcId="{A1B94175-6442-485F-B4D5-539CCE3D25D7}" destId="{EF821251-AEF1-41DA-A593-E6E1E474E84A}" srcOrd="0" destOrd="0" presId="urn:microsoft.com/office/officeart/2005/8/layout/bProcess3"/>
    <dgm:cxn modelId="{748EA0C7-76EC-4499-B4D0-7F612BBED22A}" type="presParOf" srcId="{BDA9CEB4-6513-4CE1-9728-12E0DB19FE41}" destId="{A4973C51-77E8-4153-AED6-578AF6DF88AC}" srcOrd="0" destOrd="0" presId="urn:microsoft.com/office/officeart/2005/8/layout/bProcess3"/>
    <dgm:cxn modelId="{5A65CAAF-EE89-4E63-9BAC-C6BE65E72CA3}" type="presParOf" srcId="{BDA9CEB4-6513-4CE1-9728-12E0DB19FE41}" destId="{F1AF4FD7-ACD7-420B-9DCD-99098F85C52B}" srcOrd="1" destOrd="0" presId="urn:microsoft.com/office/officeart/2005/8/layout/bProcess3"/>
    <dgm:cxn modelId="{D0840A74-9D97-43DD-BD89-5536DF3926D3}" type="presParOf" srcId="{F1AF4FD7-ACD7-420B-9DCD-99098F85C52B}" destId="{33A22133-A0F8-4EA6-840D-69051A20D924}" srcOrd="0" destOrd="0" presId="urn:microsoft.com/office/officeart/2005/8/layout/bProcess3"/>
    <dgm:cxn modelId="{89715062-6AC3-4BF8-9A24-DD38FB12209C}" type="presParOf" srcId="{BDA9CEB4-6513-4CE1-9728-12E0DB19FE41}" destId="{F621DCC4-C65B-47DD-9834-6D82A00441E9}" srcOrd="2" destOrd="0" presId="urn:microsoft.com/office/officeart/2005/8/layout/bProcess3"/>
    <dgm:cxn modelId="{23B99BA2-7DCF-4AD4-9909-3BEB25FC7E51}" type="presParOf" srcId="{BDA9CEB4-6513-4CE1-9728-12E0DB19FE41}" destId="{99F7F9AA-9174-4A42-A4D9-7A670FD12CF8}" srcOrd="3" destOrd="0" presId="urn:microsoft.com/office/officeart/2005/8/layout/bProcess3"/>
    <dgm:cxn modelId="{FDB73D9A-8696-4F22-AB75-A0EC0B1DC267}" type="presParOf" srcId="{99F7F9AA-9174-4A42-A4D9-7A670FD12CF8}" destId="{6314D520-4B3D-4C5F-96E7-C59BD2C1C165}" srcOrd="0" destOrd="0" presId="urn:microsoft.com/office/officeart/2005/8/layout/bProcess3"/>
    <dgm:cxn modelId="{AA8E3574-B6AF-4C16-A196-61016A931054}" type="presParOf" srcId="{BDA9CEB4-6513-4CE1-9728-12E0DB19FE41}" destId="{EF821251-AEF1-41DA-A593-E6E1E474E84A}" srcOrd="4" destOrd="0" presId="urn:microsoft.com/office/officeart/2005/8/layout/bProcess3"/>
    <dgm:cxn modelId="{41FACDE8-7420-48FA-82FF-5ED7592E05BE}" type="presParOf" srcId="{BDA9CEB4-6513-4CE1-9728-12E0DB19FE41}" destId="{CA61737A-C760-4398-B0FD-398162ED9174}" srcOrd="5" destOrd="0" presId="urn:microsoft.com/office/officeart/2005/8/layout/bProcess3"/>
    <dgm:cxn modelId="{C444FF03-2DF4-45B9-B8EA-B5FFD434F23B}" type="presParOf" srcId="{CA61737A-C760-4398-B0FD-398162ED9174}" destId="{C35F8192-A6CC-41CD-9C3E-A860ACC5203E}" srcOrd="0" destOrd="0" presId="urn:microsoft.com/office/officeart/2005/8/layout/bProcess3"/>
    <dgm:cxn modelId="{40BE4723-130D-4AAC-9FD2-F8DFBCFDC3C4}" type="presParOf" srcId="{BDA9CEB4-6513-4CE1-9728-12E0DB19FE41}" destId="{BF85784E-5636-4FA0-9164-52B990E2788B}" srcOrd="6" destOrd="0" presId="urn:microsoft.com/office/officeart/2005/8/layout/bProcess3"/>
    <dgm:cxn modelId="{587D378A-0C14-4D9B-9D8F-4369EAAD2563}" type="presParOf" srcId="{BDA9CEB4-6513-4CE1-9728-12E0DB19FE41}" destId="{1F8E5AF7-360F-46DC-958C-1C34749DB70C}" srcOrd="7" destOrd="0" presId="urn:microsoft.com/office/officeart/2005/8/layout/bProcess3"/>
    <dgm:cxn modelId="{02D32BDA-D880-42DC-9DA7-3605C49CE687}" type="presParOf" srcId="{1F8E5AF7-360F-46DC-958C-1C34749DB70C}" destId="{13487EC7-10EC-4190-84EE-8DAFA0E72FE7}" srcOrd="0" destOrd="0" presId="urn:microsoft.com/office/officeart/2005/8/layout/bProcess3"/>
    <dgm:cxn modelId="{35F88549-C2AD-4C11-88F4-B20059822E51}" type="presParOf" srcId="{BDA9CEB4-6513-4CE1-9728-12E0DB19FE41}" destId="{5E8305FC-2A49-4062-BF0B-5EACD8F0F4FB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F4FD7-ACD7-420B-9DCD-99098F85C52B}">
      <dsp:nvSpPr>
        <dsp:cNvPr id="0" name=""/>
        <dsp:cNvSpPr/>
      </dsp:nvSpPr>
      <dsp:spPr>
        <a:xfrm>
          <a:off x="2505490" y="917299"/>
          <a:ext cx="5289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855"/>
              </a:moveTo>
              <a:lnTo>
                <a:pt x="281572" y="45855"/>
              </a:lnTo>
              <a:lnTo>
                <a:pt x="281572" y="45720"/>
              </a:lnTo>
              <a:lnTo>
                <a:pt x="52894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55974" y="960143"/>
        <a:ext cx="27977" cy="5751"/>
      </dsp:txXfrm>
    </dsp:sp>
    <dsp:sp modelId="{A4973C51-77E8-4153-AED6-578AF6DF88AC}">
      <dsp:nvSpPr>
        <dsp:cNvPr id="0" name=""/>
        <dsp:cNvSpPr/>
      </dsp:nvSpPr>
      <dsp:spPr>
        <a:xfrm>
          <a:off x="6643" y="212959"/>
          <a:ext cx="2500647" cy="15003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1. Data Collection:</a:t>
          </a:r>
          <a:br>
            <a:rPr lang="en-US" sz="1500" i="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i="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Capture multiple face images of users using a webcam.</a:t>
          </a:r>
          <a:endParaRPr lang="en-IN" sz="1500" kern="1200" dirty="0"/>
        </a:p>
      </dsp:txBody>
      <dsp:txXfrm>
        <a:off x="6643" y="212959"/>
        <a:ext cx="2500647" cy="1500388"/>
      </dsp:txXfrm>
    </dsp:sp>
    <dsp:sp modelId="{99F7F9AA-9174-4A42-A4D9-7A670FD12CF8}">
      <dsp:nvSpPr>
        <dsp:cNvPr id="0" name=""/>
        <dsp:cNvSpPr/>
      </dsp:nvSpPr>
      <dsp:spPr>
        <a:xfrm>
          <a:off x="5565683" y="917299"/>
          <a:ext cx="560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7176" y="45720"/>
              </a:lnTo>
              <a:lnTo>
                <a:pt x="297176" y="45855"/>
              </a:lnTo>
              <a:lnTo>
                <a:pt x="560153" y="4585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830991" y="960143"/>
        <a:ext cx="29537" cy="5751"/>
      </dsp:txXfrm>
    </dsp:sp>
    <dsp:sp modelId="{F621DCC4-C65B-47DD-9834-6D82A00441E9}">
      <dsp:nvSpPr>
        <dsp:cNvPr id="0" name=""/>
        <dsp:cNvSpPr/>
      </dsp:nvSpPr>
      <dsp:spPr>
        <a:xfrm>
          <a:off x="3066835" y="212824"/>
          <a:ext cx="2500647" cy="15003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US" sz="1500" b="1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Image Preprocessing:</a:t>
          </a:r>
          <a:b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 	Convert images to grayscale, resize, and remove noise.</a:t>
          </a:r>
          <a:endParaRPr lang="en-IN" sz="1500" kern="1200" dirty="0"/>
        </a:p>
      </dsp:txBody>
      <dsp:txXfrm>
        <a:off x="3066835" y="212824"/>
        <a:ext cx="2500647" cy="1500388"/>
      </dsp:txXfrm>
    </dsp:sp>
    <dsp:sp modelId="{CA61737A-C760-4398-B0FD-398162ED9174}">
      <dsp:nvSpPr>
        <dsp:cNvPr id="0" name=""/>
        <dsp:cNvSpPr/>
      </dsp:nvSpPr>
      <dsp:spPr>
        <a:xfrm>
          <a:off x="7362841" y="1711548"/>
          <a:ext cx="91440" cy="5626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8421"/>
              </a:lnTo>
              <a:lnTo>
                <a:pt x="52363" y="298421"/>
              </a:lnTo>
              <a:lnTo>
                <a:pt x="52363" y="562643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7393728" y="1989994"/>
        <a:ext cx="29664" cy="5751"/>
      </dsp:txXfrm>
    </dsp:sp>
    <dsp:sp modelId="{EF821251-AEF1-41DA-A593-E6E1E474E84A}">
      <dsp:nvSpPr>
        <dsp:cNvPr id="0" name=""/>
        <dsp:cNvSpPr/>
      </dsp:nvSpPr>
      <dsp:spPr>
        <a:xfrm>
          <a:off x="6158237" y="212959"/>
          <a:ext cx="2500647" cy="150038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3. Model Training:</a:t>
          </a:r>
          <a:b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Train the LBPH face recognition model using labeled datasets.</a:t>
          </a:r>
          <a:endParaRPr lang="en-IN" sz="1500" kern="1200" dirty="0"/>
        </a:p>
      </dsp:txBody>
      <dsp:txXfrm>
        <a:off x="6158237" y="212959"/>
        <a:ext cx="2500647" cy="1500388"/>
      </dsp:txXfrm>
    </dsp:sp>
    <dsp:sp modelId="{1F8E5AF7-360F-46DC-958C-1C34749DB70C}">
      <dsp:nvSpPr>
        <dsp:cNvPr id="0" name=""/>
        <dsp:cNvSpPr/>
      </dsp:nvSpPr>
      <dsp:spPr>
        <a:xfrm>
          <a:off x="4153766" y="2394413"/>
          <a:ext cx="3263089" cy="1413282"/>
        </a:xfrm>
        <a:custGeom>
          <a:avLst/>
          <a:gdLst/>
          <a:ahLst/>
          <a:cxnLst/>
          <a:rect l="0" t="0" r="0" b="0"/>
          <a:pathLst>
            <a:path>
              <a:moveTo>
                <a:pt x="3263089" y="1413282"/>
              </a:moveTo>
              <a:lnTo>
                <a:pt x="0" y="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695645" y="3098179"/>
        <a:ext cx="179329" cy="5751"/>
      </dsp:txXfrm>
    </dsp:sp>
    <dsp:sp modelId="{BF85784E-5636-4FA0-9164-52B990E2788B}">
      <dsp:nvSpPr>
        <dsp:cNvPr id="0" name=""/>
        <dsp:cNvSpPr/>
      </dsp:nvSpPr>
      <dsp:spPr>
        <a:xfrm>
          <a:off x="6164880" y="2306592"/>
          <a:ext cx="2500647" cy="15003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4. Face Detection &amp; Recognition:</a:t>
          </a:r>
          <a:b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Detect faces with Haar Cascade and recognize in real time.</a:t>
          </a:r>
          <a:endParaRPr lang="en-IN" sz="1500" kern="1200" dirty="0"/>
        </a:p>
      </dsp:txBody>
      <dsp:txXfrm>
        <a:off x="6164880" y="2306592"/>
        <a:ext cx="2500647" cy="1500388"/>
      </dsp:txXfrm>
    </dsp:sp>
    <dsp:sp modelId="{5E8305FC-2A49-4062-BF0B-5EACD8F0F4FB}">
      <dsp:nvSpPr>
        <dsp:cNvPr id="0" name=""/>
        <dsp:cNvSpPr/>
      </dsp:nvSpPr>
      <dsp:spPr>
        <a:xfrm>
          <a:off x="2873710" y="2381536"/>
          <a:ext cx="2500647" cy="150038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5. Attendance &amp; Report Generation:</a:t>
          </a:r>
          <a:b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	Automatically mark attendance with date and time and generate reports.</a:t>
          </a:r>
          <a:endParaRPr lang="en-IN" sz="1500" kern="1200" dirty="0"/>
        </a:p>
      </dsp:txBody>
      <dsp:txXfrm>
        <a:off x="2873710" y="2381536"/>
        <a:ext cx="2500647" cy="1500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8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0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740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44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823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25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123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000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853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1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47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590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17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771FA-0357-4F7B-A6AD-BB1DB04C9DC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5656F-21FD-4700-BFDB-5ABAB5B50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7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771" y="1619794"/>
            <a:ext cx="7576457" cy="121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Face Recognition-Based Attendance System Using open cv And Python To Improve Accuracy And Efficiency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33A4DFDF-65EB-81FA-5269-7700D3A7A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3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C663F-47EE-05E5-897C-298C601B61D4}"/>
              </a:ext>
            </a:extLst>
          </p:cNvPr>
          <p:cNvSpPr txBox="1"/>
          <p:nvPr/>
        </p:nvSpPr>
        <p:spPr>
          <a:xfrm>
            <a:off x="3425734" y="1094767"/>
            <a:ext cx="229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PROPOSED TITLE</a:t>
            </a:r>
            <a:endParaRPr lang="en-IN" sz="1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A4C1B-8073-5CE4-EE92-968390E951F2}"/>
              </a:ext>
            </a:extLst>
          </p:cNvPr>
          <p:cNvSpPr txBox="1"/>
          <p:nvPr/>
        </p:nvSpPr>
        <p:spPr>
          <a:xfrm>
            <a:off x="654587" y="3279954"/>
            <a:ext cx="1026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GUIDE</a:t>
            </a:r>
            <a:endParaRPr lang="en-IN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F5B2C-E410-32CF-4AD1-33AE8F5A0985}"/>
              </a:ext>
            </a:extLst>
          </p:cNvPr>
          <p:cNvSpPr txBox="1"/>
          <p:nvPr/>
        </p:nvSpPr>
        <p:spPr>
          <a:xfrm>
            <a:off x="355870" y="3670217"/>
            <a:ext cx="29514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Dr. S.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Senthilvadivu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Dr.T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. Kumaragurubaran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Professor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Department of CSE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Saveetha School of Engineering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FB3BE-F8E2-2103-436B-C65D4EBE1383}"/>
              </a:ext>
            </a:extLst>
          </p:cNvPr>
          <p:cNvSpPr txBox="1"/>
          <p:nvPr/>
        </p:nvSpPr>
        <p:spPr>
          <a:xfrm>
            <a:off x="6388934" y="3279954"/>
            <a:ext cx="1542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STUDENTS</a:t>
            </a:r>
            <a:endParaRPr lang="en-I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FCEBF-D025-ADCA-4B62-87E9B30E770B}"/>
              </a:ext>
            </a:extLst>
          </p:cNvPr>
          <p:cNvSpPr txBox="1"/>
          <p:nvPr/>
        </p:nvSpPr>
        <p:spPr>
          <a:xfrm>
            <a:off x="5598286" y="3741619"/>
            <a:ext cx="35457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K.V.CHARAN TEJA-192424167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R.UDAY KUMAR REDDY-192424190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A.VIKRANTH REDDY-192424193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Saveetha School of Engineering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F5744-3D59-B1E6-6C24-FA082D8DA4B9}"/>
              </a:ext>
            </a:extLst>
          </p:cNvPr>
          <p:cNvSpPr txBox="1"/>
          <p:nvPr/>
        </p:nvSpPr>
        <p:spPr>
          <a:xfrm>
            <a:off x="2841171" y="236648"/>
            <a:ext cx="368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8F204-3EE7-7A0B-7393-5FF8617EFEEC}"/>
              </a:ext>
            </a:extLst>
          </p:cNvPr>
          <p:cNvSpPr txBox="1"/>
          <p:nvPr/>
        </p:nvSpPr>
        <p:spPr>
          <a:xfrm>
            <a:off x="555171" y="1069038"/>
            <a:ext cx="4572000" cy="3002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Face recognition technology offers a contactless and automated way to record attendance.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Using cameras and Python, these systems can significantly reduce manual effort and errors.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goal is to improve both accuracy and efficiency in attendance management processes.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AD6FBD-2F21-B26B-0E44-95F31701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326" y="1172800"/>
            <a:ext cx="3961991" cy="24838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E9224B-C40C-0AC7-B94A-453E1B5BC1E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CB397C-BF3F-74F1-6FCE-BEA8CBAF021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876" y="112983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25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19F6B-84F9-8887-5D3D-72A7085CDE54}"/>
              </a:ext>
            </a:extLst>
          </p:cNvPr>
          <p:cNvSpPr txBox="1"/>
          <p:nvPr/>
        </p:nvSpPr>
        <p:spPr>
          <a:xfrm>
            <a:off x="2551967" y="249988"/>
            <a:ext cx="5225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01666-9CD9-DF55-8B80-2EE9F4B2A0D9}"/>
              </a:ext>
            </a:extLst>
          </p:cNvPr>
          <p:cNvSpPr txBox="1"/>
          <p:nvPr/>
        </p:nvSpPr>
        <p:spPr>
          <a:xfrm>
            <a:off x="456476" y="1194376"/>
            <a:ext cx="7818120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automated attendance system that records attendance using real-time face recognition instead of manual methods.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accurate face detection and recognition using OpenCV algorithms such as Haar Cascade and LBPH.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and manage a facial image dataset for training the recognition model efficiently.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reduce proxy attendance and human errors by ensuring identity verification through biometric recognition.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and maintain digital attendance records with date and time for easy monitoring and reporting</a:t>
            </a:r>
            <a:endParaRPr lang="en-US" sz="16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4A4FA-A645-8B27-FA79-99C550BDE82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BAC5BC-8BAD-9DF1-29DC-26139ADF6FE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773" y="1916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02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19BD-8CBF-60EA-0AA8-73945474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0" y="93735"/>
            <a:ext cx="7886700" cy="99417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3DCDA7-0AB7-5005-F5BB-A7C811145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186924"/>
              </p:ext>
            </p:extLst>
          </p:nvPr>
        </p:nvGraphicFramePr>
        <p:xfrm>
          <a:off x="630383" y="1289123"/>
          <a:ext cx="7938852" cy="3290611"/>
        </p:xfrm>
        <a:graphic>
          <a:graphicData uri="http://schemas.openxmlformats.org/drawingml/2006/table">
            <a:tbl>
              <a:tblPr/>
              <a:tblGrid>
                <a:gridCol w="2203437">
                  <a:extLst>
                    <a:ext uri="{9D8B030D-6E8A-4147-A177-3AD203B41FA5}">
                      <a16:colId xmlns:a16="http://schemas.microsoft.com/office/drawing/2014/main" val="1890199326"/>
                    </a:ext>
                  </a:extLst>
                </a:gridCol>
                <a:gridCol w="2203437">
                  <a:extLst>
                    <a:ext uri="{9D8B030D-6E8A-4147-A177-3AD203B41FA5}">
                      <a16:colId xmlns:a16="http://schemas.microsoft.com/office/drawing/2014/main" val="2101397205"/>
                    </a:ext>
                  </a:extLst>
                </a:gridCol>
                <a:gridCol w="2203437">
                  <a:extLst>
                    <a:ext uri="{9D8B030D-6E8A-4147-A177-3AD203B41FA5}">
                      <a16:colId xmlns:a16="http://schemas.microsoft.com/office/drawing/2014/main" val="3028365754"/>
                    </a:ext>
                  </a:extLst>
                </a:gridCol>
                <a:gridCol w="1328541">
                  <a:extLst>
                    <a:ext uri="{9D8B030D-6E8A-4147-A177-3AD203B41FA5}">
                      <a16:colId xmlns:a16="http://schemas.microsoft.com/office/drawing/2014/main" val="3041500649"/>
                    </a:ext>
                  </a:extLst>
                </a:gridCol>
              </a:tblGrid>
              <a:tr h="159137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59676" marR="149191" marT="29838" marB="29838" anchor="b">
                    <a:lnL w="12700" cap="flat" cmpd="sng" algn="ctr">
                      <a:solidFill>
                        <a:srgbClr val="A04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4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59676" marR="149191" marT="29838" marB="29838" anchor="b">
                    <a:lnL w="12700" cap="flat" cmpd="sng" algn="ctr">
                      <a:solidFill>
                        <a:srgbClr val="104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4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Findings</a:t>
                      </a:r>
                    </a:p>
                  </a:txBody>
                  <a:tcPr marL="59676" marR="149191" marT="29838" marB="29838" anchor="b">
                    <a:lnL w="12700" cap="flat" cmpd="sng" algn="ctr">
                      <a:solidFill>
                        <a:srgbClr val="004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4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9676" marR="59676" marT="29838" marB="29838" anchor="b">
                    <a:lnL w="12700" cap="flat" cmpd="sng" algn="ctr">
                      <a:solidFill>
                        <a:srgbClr val="F04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4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4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292308"/>
                  </a:ext>
                </a:extLst>
              </a:tr>
              <a:tr h="73103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Recognition-Based Attendance System Using OpenCV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10C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C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Sharma, P. Gupta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90D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E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OpenCV face recognition to automate attendance marking and reduce manual effort.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EB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9676" marR="59676" marT="29838" marB="29838" anchor="ctr">
                    <a:lnL w="12700" cap="flat" cmpd="sng" algn="ctr">
                      <a:solidFill>
                        <a:srgbClr val="90D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21327"/>
                  </a:ext>
                </a:extLst>
              </a:tr>
              <a:tr h="59676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Attendance Management Using Face Detection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E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Verma, K. Singh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50E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EB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E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E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real-time face detection system that improved attendance accuracy.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90EB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EB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F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9676" marR="59676" marT="29838" marB="29838" anchor="ctr">
                    <a:lnL w="12700" cap="flat" cmpd="sng" algn="ctr">
                      <a:solidFill>
                        <a:srgbClr val="D0D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F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152601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Attendance System Using LBPH Algorithm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10E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E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F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Kumar, N. Patel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50E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F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E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0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LBPH algorithm for fast and reliable face recognition in classrooms.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90F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F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F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0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9676" marR="59676" marT="29838" marB="29838" anchor="ctr">
                    <a:lnL w="12700" cap="flat" cmpd="sng" algn="ctr">
                      <a:solidFill>
                        <a:srgbClr val="50F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F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F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F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365697"/>
                  </a:ext>
                </a:extLst>
              </a:tr>
              <a:tr h="59676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Face Recognition for Attendance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10F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F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Reddy, S. Rao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900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0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0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CNN models to enhance recognition accuracy under lighting variations.</a:t>
                      </a:r>
                    </a:p>
                  </a:txBody>
                  <a:tcPr marL="59676" marR="149191" marT="29838" marB="29838" anchor="ctr">
                    <a:lnL w="12700" cap="flat" cmpd="sng" algn="ctr">
                      <a:solidFill>
                        <a:srgbClr val="100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F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0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9676" marR="59676" marT="29838" marB="29838" anchor="ctr">
                    <a:lnL w="12700" cap="flat" cmpd="sng" algn="ctr">
                      <a:solidFill>
                        <a:srgbClr val="D0F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F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FD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10645"/>
                  </a:ext>
                </a:extLst>
              </a:tr>
              <a:tr h="71611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Face Recognition Attendance System</a:t>
                      </a:r>
                    </a:p>
                  </a:txBody>
                  <a:tcPr marL="59676" marR="149191" marT="29838" marB="149191" anchor="ctr">
                    <a:lnL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Mehta, R. Jain</a:t>
                      </a:r>
                    </a:p>
                  </a:txBody>
                  <a:tcPr marL="59676" marR="149191" marT="29838" marB="149191" anchor="ctr">
                    <a:lnL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AI recognition with database storage for secure attendance tracking.</a:t>
                      </a:r>
                    </a:p>
                  </a:txBody>
                  <a:tcPr marL="59676" marR="149191" marT="29838" marB="149191" anchor="ctr">
                    <a:lnL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9676" marR="59676" marT="29838" marB="149191" anchor="ctr">
                    <a:lnL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91941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A9CFDB5-711B-2581-F487-05B3D964701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8B77BB-3093-928D-B154-3887D0FE9AB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479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ACB1-8B4F-AFAA-4863-F187AB74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840" y="69993"/>
            <a:ext cx="3793127" cy="99417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AD196-0AC7-2E35-2432-7F12B4ABE3B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441AF-41DE-3BB5-179D-75FB1457A83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589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FE10330-C475-22E4-C080-A8DAC73014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070700"/>
              </p:ext>
            </p:extLst>
          </p:nvPr>
        </p:nvGraphicFramePr>
        <p:xfrm>
          <a:off x="254833" y="990628"/>
          <a:ext cx="8665528" cy="400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835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704E-1455-7093-1D61-FEE7900E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336" y="193536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DB060-C4DF-1BEF-131F-2EF5BA372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850" y="1250915"/>
            <a:ext cx="5297343" cy="3262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ED97D-914E-095A-EDC2-F37F869CA5B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ECCA5B-C7FF-11AB-BE4A-22F251E5639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624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C40B-CFAE-0243-BCB0-B0F03917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611" y="0"/>
            <a:ext cx="2611075" cy="994172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8DB6-386A-B543-788A-4EC395828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01" y="1116047"/>
            <a:ext cx="6672483" cy="3835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Face Data Acquisition &amp; Dataset Management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6E9B8-2DB0-AD57-6E1F-F8A67797C62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5C9CAB-5D2C-09B9-BC9C-40FA6742EDA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464" y="110428"/>
            <a:ext cx="991772" cy="83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655D64-FA2A-6E6D-CAFF-31E8246C0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397" y="1691020"/>
            <a:ext cx="2873839" cy="199471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B7BEF52C-1F0D-49FA-F9FA-4A2602586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1" y="1624375"/>
            <a:ext cx="5497829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stores user face images and personal details.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manages face dataset for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updating and maintaining user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storage of user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multiple face samples to improve accuracy.</a:t>
            </a:r>
          </a:p>
        </p:txBody>
      </p:sp>
    </p:spTree>
    <p:extLst>
      <p:ext uri="{BB962C8B-B14F-4D97-AF65-F5344CB8AC3E}">
        <p14:creationId xmlns:p14="http://schemas.microsoft.com/office/powerpoint/2010/main" val="121816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A879-9540-F18C-9179-EF988B61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A7AB-CD20-667B-7CD4-11916871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" y="1171429"/>
            <a:ext cx="7886700" cy="3835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Face Detection &amp; Recognition Engine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93721-BF03-5476-81F4-D315E0BC383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D468C-31B8-D033-BEFA-C6422215ECF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464" y="110428"/>
            <a:ext cx="991772" cy="83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93134B-5FAC-9D6B-AAB1-A15ACB21F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423" y="1850768"/>
            <a:ext cx="2779239" cy="2121303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244B4C7D-6434-1723-AB16-8C17AD1AA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" y="1759328"/>
            <a:ext cx="4579033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video and detects faces using camera.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facial features and compares with database.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registered users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Sends recognition result to attendance module.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under different lighting and angles.</a:t>
            </a:r>
          </a:p>
        </p:txBody>
      </p:sp>
    </p:spTree>
    <p:extLst>
      <p:ext uri="{BB962C8B-B14F-4D97-AF65-F5344CB8AC3E}">
        <p14:creationId xmlns:p14="http://schemas.microsoft.com/office/powerpoint/2010/main" val="4091706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B438-60E7-3A6D-07F1-2B5E0ECC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35E56-8F49-1DB4-FA3E-7CA91BE25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0" y="1116047"/>
            <a:ext cx="7886700" cy="3835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Automated Attendance Marking and Report Generation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80352E-54A4-BDAA-6669-D61D059053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EB6605-A29F-052C-F479-C79B547FDD2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464" y="110428"/>
            <a:ext cx="991772" cy="83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6C79EA-73C8-594A-B0F1-587751808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538" y="1924546"/>
            <a:ext cx="3306472" cy="189474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0B842D7-1518-5444-AEA3-56191E803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90" y="1831565"/>
            <a:ext cx="4751622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 attendance automatically after face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attendance with date and time.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attendance reports for monitoring.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attendance marking.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administrators track attendance easily.</a:t>
            </a:r>
          </a:p>
        </p:txBody>
      </p:sp>
    </p:spTree>
    <p:extLst>
      <p:ext uri="{BB962C8B-B14F-4D97-AF65-F5344CB8AC3E}">
        <p14:creationId xmlns:p14="http://schemas.microsoft.com/office/powerpoint/2010/main" val="366264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98BF-6340-B5DA-1360-FA9F46E7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084" y="54309"/>
            <a:ext cx="5830933" cy="99417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5A2BC-1119-4809-B929-FC47A7609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95" y="889198"/>
            <a:ext cx="9577677" cy="32635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Face Recognition: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recognized registered users with high accuracy under normal lighting conditions.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Marking: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was recorded automatically with Name, ID, Date, and Time, eliminating manual work.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and recognition were performed in real time using a webcam.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&amp; Duplicate Reduction: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attendance and duplicate entries were prevented, improving data reliability.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Limitations &amp; Improvements: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decreased under poor lighting or occlusion; performance can be enhanced using deep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E5221-F353-1AC5-A1EB-F1F01C02AB8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FFEC34-7A68-84E6-1A27-86327360946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07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6F8D-05C0-E285-3706-A666B315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553" y="146709"/>
            <a:ext cx="5097961" cy="99417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5032-1AFE-B266-A00D-4B2DCA614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1" y="1017743"/>
            <a:ext cx="8601633" cy="32635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Variations: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accuracy decreases in poor or uneven lighting conditions, affecting face detection quality.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and Angle Differences: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 not aligned to the camera or captured at extreme angles may not be recognized correctly.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 Issues: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Masks, glasses, caps, or facial obstructions reduce recognition performance.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Dependency: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accuracy highly depends on the number and quality of training images.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707A3-110A-ABB5-4A1D-231BEB138CF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56A196-79AD-D9DD-24BC-4AE18C733DA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0337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51E2-DAAB-52F3-D9C7-13645B85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118" y="152592"/>
            <a:ext cx="2668996" cy="99417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2EF00-E984-2289-87A9-2F8FE8D77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21" y="939998"/>
            <a:ext cx="9026979" cy="32635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Liveness Detection Implementation: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anti-spoofing techniques such as blink detection or 3D face verification to prevent fake attendance using photos/videos.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 Face Recognition: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system to recognize faces even when users wear masks or partial coverings.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attendance data on cloud platforms for centralized access, backup, and multi-location monitoring.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Connectivity: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real-time attendance tracking, notifications, and report viewing.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7BCDC-D664-A2C9-8C8C-3F882A74524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5A6FB2-CDC4-5FFD-C32A-FC93D260F49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47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4760-B69B-2675-7B90-A9A233EF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75" y="64397"/>
            <a:ext cx="2671354" cy="99417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549D9-C570-9F93-15FD-6E6622DF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13" y="816218"/>
            <a:ext cx="9005430" cy="3263504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Achieved: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replaces manual attendance with an automated face recognition process.</a:t>
            </a:r>
          </a:p>
          <a:p>
            <a:pPr indent="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Recognition Accuracy: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OpenCV and LBPH algorithm, the system provides reliable and real-time face identification.</a:t>
            </a:r>
          </a:p>
          <a:p>
            <a:pPr indent="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 Reduction: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marking becomes faster, reducing paperwork and administrative workload.</a:t>
            </a:r>
          </a:p>
          <a:p>
            <a:pPr indent="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and Proxy Prevention: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verification minimizes duplicate entries and proxy attendance issues.</a:t>
            </a:r>
          </a:p>
          <a:p>
            <a:pPr indent="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Practical Solution:</a:t>
            </a:r>
          </a:p>
          <a:p>
            <a:pPr indent="0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with advanced AI techniques and deployed in institutions or organizations.</a:t>
            </a:r>
          </a:p>
          <a:p>
            <a:pPr indent="0"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4939D-80B4-7FD6-58DE-E400A10DD15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04C65B-D26F-0BF3-1163-FA7E03ADF7D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864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AF05-FF23-B06C-1A4D-8FCBA202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667" y="162810"/>
            <a:ext cx="2310493" cy="99417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10B2-E68D-E6AB-4643-97AD3B847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38" y="1029585"/>
            <a:ext cx="8414475" cy="326350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R., &amp; Gupta, P. (2022).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Recognition-Based Attendance System Using OpenCV.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Vision and Image Processing.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Verma, S., &amp; Singh, K. (2023).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Management System Using Face Detection.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Science.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A., &amp; Patel, N. (2023).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System Using LBPH Face Recognition Algorithm.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Artificial Intelligence and Smart Systems.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M., &amp; Rao, S. (2024).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Face Recognition for Smart Attendance Systems.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Machine Learning Applications..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8AAA6-9DD7-3E92-8335-A9355682B22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775097" cy="7509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465FCC-160F-A40B-24A2-80ED80E2B6F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13" y="151026"/>
            <a:ext cx="991772" cy="83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454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219</TotalTime>
  <Words>1034</Words>
  <Application>Microsoft Office PowerPoint</Application>
  <PresentationFormat>On-screen Show (16:9)</PresentationFormat>
  <Paragraphs>110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LITERATURE REVIEW</vt:lpstr>
      <vt:lpstr>Methodology</vt:lpstr>
      <vt:lpstr>Architecture diagram </vt:lpstr>
      <vt:lpstr>MODULES</vt:lpstr>
      <vt:lpstr>PowerPoint Presentation</vt:lpstr>
      <vt:lpstr>PowerPoint Presentation</vt:lpstr>
      <vt:lpstr>Results And Discussions</vt:lpstr>
      <vt:lpstr>Challenges &amp; Limitations </vt:lpstr>
      <vt:lpstr>Future Scope </vt:lpstr>
      <vt:lpstr>Conclusion</vt:lpstr>
      <vt:lpstr>References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Recognition-Based Attendance System Using Camera And Python To Improve Accuracy And Efficiency</dc:title>
  <dc:subject>Face Recognition-Based Attendance System Using Camera And Python To Improve Accuracy And Efficiency</dc:subject>
  <dc:creator>SlideMake.com</dc:creator>
  <cp:lastModifiedBy>ankireddy likhita reddy</cp:lastModifiedBy>
  <cp:revision>7</cp:revision>
  <dcterms:created xsi:type="dcterms:W3CDTF">2025-06-29T15:13:52Z</dcterms:created>
  <dcterms:modified xsi:type="dcterms:W3CDTF">2026-02-17T07:53:24Z</dcterms:modified>
</cp:coreProperties>
</file>